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9" r:id="rId3"/>
    <p:sldId id="271" r:id="rId4"/>
    <p:sldId id="272" r:id="rId5"/>
    <p:sldId id="273" r:id="rId6"/>
    <p:sldId id="274" r:id="rId7"/>
    <p:sldId id="275" r:id="rId8"/>
    <p:sldId id="276" r:id="rId9"/>
    <p:sldId id="270" r:id="rId1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57200" y="927100"/>
            <a:ext cx="8229600" cy="4629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9" name="Google Shape;10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260801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423198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76400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1799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24914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515545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Encabezado de sección">
  <p:cSld name="Encabezado de sección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8580"/>
            <a:ext cx="12192000" cy="684084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2"/>
          <p:cNvSpPr txBox="1">
            <a:spLocks noGrp="1"/>
          </p:cNvSpPr>
          <p:nvPr>
            <p:ph type="title"/>
          </p:nvPr>
        </p:nvSpPr>
        <p:spPr>
          <a:xfrm>
            <a:off x="1007435" y="4437115"/>
            <a:ext cx="8013236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n con título">
  <p:cSld name="Imagen con título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9541"/>
            <a:ext cx="12192000" cy="6838918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679509" y="4797152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os objetos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–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–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mparació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»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body" idx="3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4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»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ólo el título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8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En blanco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ido con título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body" idx="1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228600" algn="l" rtl="0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6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6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67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67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67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67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ítulo y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833019" y="-1623215"/>
            <a:ext cx="4525963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–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–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ítulo vertical y texto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285037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697037" y="-812797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–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–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–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–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»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/>
          <p:nvPr/>
        </p:nvSpPr>
        <p:spPr>
          <a:xfrm>
            <a:off x="4783013" y="2696475"/>
            <a:ext cx="6741651" cy="1059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VERIFICACIÓN DE LA AUTENCIDAD DE UNA FIRMA</a:t>
            </a:r>
            <a:endParaRPr sz="24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5460765" y="4037563"/>
            <a:ext cx="5386149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JOSE ANDRES CHIA LERZUNDY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JUAN SEBASTIAN MARCON CABALLERO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 txBox="1"/>
          <p:nvPr/>
        </p:nvSpPr>
        <p:spPr>
          <a:xfrm>
            <a:off x="3320227" y="635086"/>
            <a:ext cx="5551542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8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Problemática</a:t>
            </a:r>
            <a:endParaRPr sz="4800" dirty="0">
              <a:solidFill>
                <a:schemeClr val="dk1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1545128" y="1710106"/>
            <a:ext cx="8710220" cy="39442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s-MX" sz="1800" dirty="0"/>
          </a:p>
          <a:p>
            <a:r>
              <a:rPr lang="es-MX" sz="2000" dirty="0"/>
              <a:t>La firma tiene por fin identificar, asegurar o autentificar la identidad de un autor o remitente, o como una prueba del consentimiento y de verificación de la integridad y aprobación de la información contenida en un documento o similar, y que tiene carácter legal. Falsificar una firma es un delito en la mayoría de los códigos penales del mundo.</a:t>
            </a:r>
          </a:p>
          <a:p>
            <a:endParaRPr lang="es-MX" sz="2000" dirty="0"/>
          </a:p>
          <a:p>
            <a:r>
              <a:rPr lang="es-MX" sz="2000" dirty="0"/>
              <a:t>La problemática surge cuando una persona intenta imitar la firma de otra persona con el fin de suplantar su identidad.</a:t>
            </a:r>
          </a:p>
          <a:p>
            <a:endParaRPr lang="es-MX" sz="2000" dirty="0"/>
          </a:p>
          <a:p>
            <a:r>
              <a:rPr lang="es-MX" sz="2000" dirty="0"/>
              <a:t>¿Cómo se verifica la autenticidad de la firma?</a:t>
            </a:r>
          </a:p>
          <a:p>
            <a:endParaRPr lang="es-MX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 txBox="1"/>
          <p:nvPr/>
        </p:nvSpPr>
        <p:spPr>
          <a:xfrm>
            <a:off x="3320228" y="635086"/>
            <a:ext cx="5551542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CO" sz="4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Calibri"/>
                <a:sym typeface="Calibri"/>
              </a:rPr>
              <a:t>Peritaje Caligráfico</a:t>
            </a:r>
            <a:endParaRPr kumimoji="0" sz="4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1266092" y="2363371"/>
            <a:ext cx="9877303" cy="3066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MX" sz="1800" dirty="0"/>
              <a:t>El </a:t>
            </a:r>
            <a:r>
              <a:rPr lang="es-MX" sz="1800" b="1" dirty="0"/>
              <a:t>peritaje caligráfico</a:t>
            </a:r>
            <a:r>
              <a:rPr lang="es-MX" sz="1800" dirty="0"/>
              <a:t> es una disciplina de la criminalística con el propósito de comparar escritos y determinar falsificaciones de documentos, entre estos el análisis de firmas.</a:t>
            </a:r>
          </a:p>
          <a:p>
            <a:pPr lvl="0"/>
            <a:endParaRPr lang="es-MX" sz="1800" dirty="0"/>
          </a:p>
          <a:p>
            <a:pPr lvl="0"/>
            <a:r>
              <a:rPr lang="es-MX" sz="1800" dirty="0"/>
              <a:t>Encontrar rasgos de una firma que son característicos de ella para verificar su autenticidad.</a:t>
            </a:r>
          </a:p>
          <a:p>
            <a:pPr lvl="0"/>
            <a:r>
              <a:rPr lang="es-MX" sz="1800" dirty="0"/>
              <a:t>Entre estos rasgos se encuentran:</a:t>
            </a:r>
          </a:p>
          <a:p>
            <a:pPr lvl="0"/>
            <a:r>
              <a:rPr lang="es-MX" sz="1800" dirty="0"/>
              <a:t>	- Cambios en la apariencia, tamaño, inclinación.</a:t>
            </a:r>
          </a:p>
          <a:p>
            <a:pPr lvl="0"/>
            <a:r>
              <a:rPr lang="es-MX" sz="1800" dirty="0"/>
              <a:t>	- Variación de rasgos.</a:t>
            </a:r>
          </a:p>
          <a:p>
            <a:pPr lvl="0"/>
            <a:r>
              <a:rPr lang="es-MX" sz="1800" dirty="0"/>
              <a:t>	- Presión en la escritura etc.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s-MX" sz="1800" dirty="0"/>
          </a:p>
        </p:txBody>
      </p:sp>
    </p:spTree>
    <p:extLst>
      <p:ext uri="{BB962C8B-B14F-4D97-AF65-F5344CB8AC3E}">
        <p14:creationId xmlns:p14="http://schemas.microsoft.com/office/powerpoint/2010/main" val="4257787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 txBox="1"/>
          <p:nvPr/>
        </p:nvSpPr>
        <p:spPr>
          <a:xfrm>
            <a:off x="3320228" y="635086"/>
            <a:ext cx="5551542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CO" sz="4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Calibri"/>
                <a:sym typeface="Calibri"/>
              </a:rPr>
              <a:t>Objetivos </a:t>
            </a:r>
            <a:endParaRPr kumimoji="0" sz="4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1078631" y="1983268"/>
            <a:ext cx="9092310" cy="39442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tabLst/>
              <a:defRPr/>
            </a:pPr>
            <a:r>
              <a:rPr lang="es-CO" sz="2400" b="1" dirty="0"/>
              <a:t>Generales: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tabLst/>
              <a:defRPr/>
            </a:pPr>
            <a:endParaRPr lang="es-CO" sz="2400" b="1" dirty="0"/>
          </a:p>
          <a:p>
            <a:pPr marL="285750" lvl="1" indent="-285750">
              <a:buFont typeface="Courier New" panose="02070309020205020404" pitchFamily="49" charset="0"/>
              <a:buChar char="o"/>
            </a:pPr>
            <a:r>
              <a:rPr kumimoji="0" lang="es-CO" sz="16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Hacer uso de técnicas de </a:t>
            </a:r>
            <a:r>
              <a:rPr lang="es-CO" sz="1600" dirty="0"/>
              <a:t>Machine Learning </a:t>
            </a:r>
            <a:r>
              <a:rPr kumimoji="0" lang="es-CO" sz="16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para verificar la autenticidad de una firma.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tabLst/>
              <a:defRPr/>
            </a:pPr>
            <a:endParaRPr lang="es-CO" sz="1600" b="1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tabLst/>
              <a:defRPr/>
            </a:pPr>
            <a:endParaRPr lang="es-CO" sz="1600" b="1" dirty="0"/>
          </a:p>
          <a:p>
            <a:pPr lvl="0"/>
            <a:r>
              <a:rPr lang="es-CO" sz="2400" b="1" dirty="0"/>
              <a:t>Específicos:</a:t>
            </a:r>
            <a:r>
              <a:rPr lang="es-CO" sz="1600" dirty="0"/>
              <a:t>.</a:t>
            </a:r>
          </a:p>
          <a:p>
            <a:pPr lvl="0"/>
            <a:endParaRPr lang="es-CO" sz="1600" dirty="0"/>
          </a:p>
          <a:p>
            <a:pPr marL="285750" lvl="0" indent="-285750">
              <a:buFont typeface="Courier New" panose="02070309020205020404" pitchFamily="49" charset="0"/>
              <a:buChar char="o"/>
            </a:pPr>
            <a:r>
              <a:rPr lang="es-CO" sz="1600" dirty="0"/>
              <a:t>Extraer las caracteriscas especificas de una firma y escoger la o las mas adecuadas para el modelo.</a:t>
            </a:r>
          </a:p>
          <a:p>
            <a:pPr marL="285750" lvl="0" indent="-285750">
              <a:buFont typeface="Courier New" panose="02070309020205020404" pitchFamily="49" charset="0"/>
              <a:buChar char="o"/>
            </a:pPr>
            <a:r>
              <a:rPr lang="es-CO" sz="1600" dirty="0"/>
              <a:t>Realizar un análisis con los diferentes clasificadores vistos en clase y escoger el mas adecuado para nuestra problemática.</a:t>
            </a:r>
          </a:p>
        </p:txBody>
      </p:sp>
    </p:spTree>
    <p:extLst>
      <p:ext uri="{BB962C8B-B14F-4D97-AF65-F5344CB8AC3E}">
        <p14:creationId xmlns:p14="http://schemas.microsoft.com/office/powerpoint/2010/main" val="781620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F1D07017-DE01-48DA-B448-AB2D1D45C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3000" y="893178"/>
            <a:ext cx="8145999" cy="5071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940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2AA5C0BA-1960-45B7-9A62-615779DBDB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2631" y="590055"/>
            <a:ext cx="9181191" cy="5609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276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8E4CD266-3E9F-4F6E-8CB6-A589208C8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2302" y="562708"/>
            <a:ext cx="8928772" cy="547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950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CE44B80-C91E-476D-8F12-18AD9A43C3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968853"/>
            <a:ext cx="12180497" cy="2920293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07308542-03B0-4F4A-BC68-3F61475DF4FB}"/>
              </a:ext>
            </a:extLst>
          </p:cNvPr>
          <p:cNvSpPr txBox="1"/>
          <p:nvPr/>
        </p:nvSpPr>
        <p:spPr>
          <a:xfrm>
            <a:off x="4105421" y="829995"/>
            <a:ext cx="39811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4000" dirty="0"/>
              <a:t>RESULTADOS</a:t>
            </a:r>
          </a:p>
        </p:txBody>
      </p:sp>
    </p:spTree>
    <p:extLst>
      <p:ext uri="{BB962C8B-B14F-4D97-AF65-F5344CB8AC3E}">
        <p14:creationId xmlns:p14="http://schemas.microsoft.com/office/powerpoint/2010/main" val="2727639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Presentación2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221</Words>
  <Application>Microsoft Office PowerPoint</Application>
  <PresentationFormat>Panorámica</PresentationFormat>
  <Paragraphs>30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Arial</vt:lpstr>
      <vt:lpstr>Calibri</vt:lpstr>
      <vt:lpstr>Courier New</vt:lpstr>
      <vt:lpstr>Presentación2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JOSE CHIA</cp:lastModifiedBy>
  <cp:revision>17</cp:revision>
  <dcterms:modified xsi:type="dcterms:W3CDTF">2019-02-19T19:49:37Z</dcterms:modified>
</cp:coreProperties>
</file>