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70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927100"/>
            <a:ext cx="8229600" cy="4629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6080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2319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7640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179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2491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155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>
  <p:cSld name="Encabezado de secció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580"/>
            <a:ext cx="12192000" cy="6840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1007435" y="4437115"/>
            <a:ext cx="8013236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>
  <p:cSld name="Imagen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41"/>
            <a:ext cx="12192000" cy="683891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679509" y="4797152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ólo el título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5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7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7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»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4783013" y="2696475"/>
            <a:ext cx="6741651" cy="1059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VERIFICACIÓN DE LA AUTENCIDAD DE UNA FIRMA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460765" y="4037563"/>
            <a:ext cx="5386149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JOSE ANDRES CHIA LERZUNDY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JUAN SEBASTIAN MARCON CABALLERO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3320227" y="635086"/>
            <a:ext cx="5551542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Problemática</a:t>
            </a:r>
            <a:endParaRPr sz="48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545128" y="1710106"/>
            <a:ext cx="8710220" cy="3944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s-MX" sz="1800" dirty="0"/>
          </a:p>
          <a:p>
            <a:r>
              <a:rPr lang="es-MX" sz="2000" dirty="0"/>
              <a:t>La firma tiene por fin identificar, asegurar o autentificar la identidad de un autor o remitente, o como una prueba del consentimiento y de verificación de la integridad y aprobación de la información contenida en un documento o similar, y que tiene carácter legal. Falsificar una firma es un delito en la mayoría de los códigos penales del mundo.</a:t>
            </a:r>
          </a:p>
          <a:p>
            <a:endParaRPr lang="es-MX" sz="2000" dirty="0"/>
          </a:p>
          <a:p>
            <a:r>
              <a:rPr lang="es-MX" sz="2000" dirty="0"/>
              <a:t>La problemática surge cuando una persona intenta imitar la firma de otra persona con el fin de suplantar su identidad.</a:t>
            </a:r>
          </a:p>
          <a:p>
            <a:endParaRPr lang="es-MX" sz="2000" dirty="0"/>
          </a:p>
          <a:p>
            <a:r>
              <a:rPr lang="es-MX" sz="2000" dirty="0"/>
              <a:t>¿Cómo se verifica la autenticidad de la firma?</a:t>
            </a:r>
          </a:p>
          <a:p>
            <a:endParaRPr lang="es-MX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3320228" y="635086"/>
            <a:ext cx="5551542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Calibri"/>
              </a:rPr>
              <a:t>Peritaje Caligráfico</a:t>
            </a:r>
            <a:endParaRPr kumimoji="0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266092" y="2363371"/>
            <a:ext cx="9877303" cy="306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1800" dirty="0"/>
              <a:t>El </a:t>
            </a:r>
            <a:r>
              <a:rPr lang="es-MX" sz="1800" b="1" dirty="0"/>
              <a:t>peritaje caligráfico</a:t>
            </a:r>
            <a:r>
              <a:rPr lang="es-MX" sz="1800" dirty="0"/>
              <a:t> es una disciplina de la criminalística con el propósito de comparar escritos y determinar falsificaciones de documentos, entre estos el análisis de firmas.</a:t>
            </a:r>
          </a:p>
          <a:p>
            <a:pPr lvl="0"/>
            <a:endParaRPr lang="es-MX" sz="1800" dirty="0"/>
          </a:p>
          <a:p>
            <a:pPr lvl="0"/>
            <a:r>
              <a:rPr lang="es-MX" sz="1800" dirty="0"/>
              <a:t>Encontrar rasgos de una firma que son característicos de ella para verificar su autenticidad.</a:t>
            </a:r>
          </a:p>
          <a:p>
            <a:pPr lvl="0"/>
            <a:r>
              <a:rPr lang="es-MX" sz="1800" dirty="0"/>
              <a:t>Entre estos rasgos se encuentran:</a:t>
            </a:r>
          </a:p>
          <a:p>
            <a:pPr lvl="0"/>
            <a:r>
              <a:rPr lang="es-MX" sz="1800" dirty="0"/>
              <a:t>	- Cambios en la apariencia, tamaño, inclinación.</a:t>
            </a:r>
          </a:p>
          <a:p>
            <a:pPr lvl="0"/>
            <a:r>
              <a:rPr lang="es-MX" sz="1800" dirty="0"/>
              <a:t>	- Variación de rasgos.</a:t>
            </a:r>
          </a:p>
          <a:p>
            <a:pPr lvl="0"/>
            <a:r>
              <a:rPr lang="es-MX" sz="1800" dirty="0"/>
              <a:t>	- Presión en la escritura etc.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425778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3320228" y="635086"/>
            <a:ext cx="5551542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O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Calibri"/>
              </a:rPr>
              <a:t>Objetivos </a:t>
            </a:r>
            <a:endParaRPr kumimoji="0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078631" y="1983268"/>
            <a:ext cx="9092310" cy="3944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s-CO" sz="2400" b="1" dirty="0"/>
              <a:t>Generales: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es-CO" sz="2400" b="1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kumimoji="0" lang="es-CO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Hacer uso de técnicas de </a:t>
            </a:r>
            <a:r>
              <a:rPr lang="es-CO" sz="1600" dirty="0"/>
              <a:t>Machine Learning </a:t>
            </a:r>
            <a:r>
              <a:rPr kumimoji="0" lang="es-CO" sz="1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para verificar la autenticidad de una firma.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es-CO" sz="1600" b="1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es-CO" sz="1600" b="1" dirty="0"/>
          </a:p>
          <a:p>
            <a:pPr lvl="0"/>
            <a:r>
              <a:rPr lang="es-CO" sz="2400" b="1" dirty="0"/>
              <a:t>Específicos:</a:t>
            </a:r>
            <a:r>
              <a:rPr lang="es-CO" sz="1600" dirty="0"/>
              <a:t>.</a:t>
            </a:r>
          </a:p>
          <a:p>
            <a:pPr lvl="0"/>
            <a:endParaRPr lang="es-CO" sz="1600" dirty="0"/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s-CO" sz="1600" dirty="0"/>
              <a:t>Extraer las caracteriscas especificas de una firma y escoger la o las mas adecuadas para el modelo.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s-CO" sz="1600" dirty="0"/>
              <a:t>Realizar un análisis con los diferentes clasificadores vistos en clase y escoger el mas adecuado para nuestra problemática.</a:t>
            </a:r>
          </a:p>
        </p:txBody>
      </p:sp>
    </p:spTree>
    <p:extLst>
      <p:ext uri="{BB962C8B-B14F-4D97-AF65-F5344CB8AC3E}">
        <p14:creationId xmlns:p14="http://schemas.microsoft.com/office/powerpoint/2010/main" val="78162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1D07017-DE01-48DA-B448-AB2D1D45C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000" y="893178"/>
            <a:ext cx="8145999" cy="50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4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AA5C0BA-1960-45B7-9A62-615779DBD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631" y="590055"/>
            <a:ext cx="9181191" cy="560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76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E4CD266-3E9F-4F6E-8CB6-A589208C8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302" y="562708"/>
            <a:ext cx="8928772" cy="547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5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1D07017-DE01-48DA-B448-AB2D1D45C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000" y="893178"/>
            <a:ext cx="8145999" cy="50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39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Presentación2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220</Words>
  <Application>Microsoft Office PowerPoint</Application>
  <PresentationFormat>Panorámica</PresentationFormat>
  <Paragraphs>29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Presentación2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JOSE CHIA</cp:lastModifiedBy>
  <cp:revision>15</cp:revision>
  <dcterms:modified xsi:type="dcterms:W3CDTF">2019-02-19T19:37:28Z</dcterms:modified>
</cp:coreProperties>
</file>